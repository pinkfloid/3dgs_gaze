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972800" cy="4261104"/>
  <p:notesSz cx="4261104" cy="10972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64008"/>
            <a:ext cx="10616184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5875">
            <a:solidFill>
              <a:srgbClr val="D3D7D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10896" y="1097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F47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Offline, once: mapping &amp; naming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9184" y="347472"/>
            <a:ext cx="1133856" cy="237744"/>
          </a:xfrm>
          <a:prstGeom prst="roundRect">
            <a:avLst>
              <a:gd name="adj" fmla="val 19231"/>
            </a:avLst>
          </a:prstGeom>
          <a:solidFill>
            <a:srgbClr val="ECEDE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29184" y="347472"/>
            <a:ext cx="113385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capture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673352" y="347472"/>
            <a:ext cx="2057400" cy="237744"/>
          </a:xfrm>
          <a:prstGeom prst="roundRect">
            <a:avLst>
              <a:gd name="adj" fmla="val 19231"/>
            </a:avLst>
          </a:prstGeom>
          <a:solidFill>
            <a:srgbClr val="ECED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73352" y="347472"/>
            <a:ext cx="2057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COLMAP + board alignment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941064" y="347472"/>
            <a:ext cx="1417320" cy="237744"/>
          </a:xfrm>
          <a:prstGeom prst="roundRect">
            <a:avLst>
              <a:gd name="adj" fmla="val 19231"/>
            </a:avLst>
          </a:prstGeom>
          <a:solidFill>
            <a:srgbClr val="ECEDE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941064" y="347472"/>
            <a:ext cx="14173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3DGS (board frame)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568696" y="347472"/>
            <a:ext cx="1783080" cy="237744"/>
          </a:xfrm>
          <a:prstGeom prst="roundRect">
            <a:avLst>
              <a:gd name="adj" fmla="val 19231"/>
            </a:avLst>
          </a:prstGeom>
          <a:solidFill>
            <a:srgbClr val="ECED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68696" y="347472"/>
            <a:ext cx="178308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cross-view instances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62088" y="347472"/>
            <a:ext cx="2971800" cy="237744"/>
          </a:xfrm>
          <a:prstGeom prst="roundRect">
            <a:avLst>
              <a:gd name="adj" fmla="val 19231"/>
            </a:avLst>
          </a:prstGeom>
          <a:solidFill>
            <a:srgbClr val="ECED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562088" y="347472"/>
            <a:ext cx="29718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registry: 259 instances · 15 named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490472" y="466344"/>
            <a:ext cx="15544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stealth"/>
          </a:ln>
        </p:spPr>
      </p:sp>
      <p:sp>
        <p:nvSpPr>
          <p:cNvPr id="15" name="Shape 13"/>
          <p:cNvSpPr/>
          <p:nvPr/>
        </p:nvSpPr>
        <p:spPr>
          <a:xfrm>
            <a:off x="3758184" y="466344"/>
            <a:ext cx="15544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stealth"/>
          </a:ln>
        </p:spPr>
      </p:sp>
      <p:sp>
        <p:nvSpPr>
          <p:cNvPr id="16" name="Shape 14"/>
          <p:cNvSpPr/>
          <p:nvPr/>
        </p:nvSpPr>
        <p:spPr>
          <a:xfrm>
            <a:off x="5385816" y="466344"/>
            <a:ext cx="15544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stealth"/>
          </a:ln>
        </p:spPr>
      </p:sp>
      <p:sp>
        <p:nvSpPr>
          <p:cNvPr id="17" name="Shape 15"/>
          <p:cNvSpPr/>
          <p:nvPr/>
        </p:nvSpPr>
        <p:spPr>
          <a:xfrm>
            <a:off x="7379208" y="466344"/>
            <a:ext cx="15544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stealth"/>
          </a:ln>
        </p:spPr>
      </p:sp>
      <p:sp>
        <p:nvSpPr>
          <p:cNvPr id="18" name="Shape 16"/>
          <p:cNvSpPr/>
          <p:nvPr/>
        </p:nvSpPr>
        <p:spPr>
          <a:xfrm>
            <a:off x="164592" y="850392"/>
            <a:ext cx="2157984" cy="2441448"/>
          </a:xfrm>
          <a:prstGeom prst="roundRect">
            <a:avLst>
              <a:gd name="adj" fmla="val 3814"/>
            </a:avLst>
          </a:prstGeom>
          <a:solidFill>
            <a:srgbClr val="FCF4E4"/>
          </a:solidFill>
          <a:ln w="15875">
            <a:solidFill>
              <a:srgbClr val="E8D5A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2608" y="932688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A66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Wearer gaze →</a:t>
            </a:r>
            <a:endParaRPr lang="en-US" sz="1250" dirty="0"/>
          </a:p>
          <a:p>
            <a:pPr indent="0" marL="0">
              <a:buNone/>
            </a:pPr>
            <a:r>
              <a:rPr lang="en-US" sz="1250" b="1" i="1" dirty="0">
                <a:solidFill>
                  <a:srgbClr val="A66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fixations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92608" y="1444752"/>
            <a:ext cx="1901952" cy="365760"/>
          </a:xfrm>
          <a:prstGeom prst="roundRect">
            <a:avLst>
              <a:gd name="adj" fmla="val 12500"/>
            </a:avLst>
          </a:prstGeom>
          <a:solidFill>
            <a:srgbClr val="F5E6C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92608" y="1444752"/>
            <a:ext cx="190195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fisheye ArUco PnP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(wall tags)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2608" y="1920240"/>
            <a:ext cx="1901952" cy="365760"/>
          </a:xfrm>
          <a:prstGeom prst="roundRect">
            <a:avLst>
              <a:gd name="adj" fmla="val 12500"/>
            </a:avLst>
          </a:prstGeom>
          <a:solidFill>
            <a:srgbClr val="F5E6C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92608" y="1920240"/>
            <a:ext cx="190195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undistort · bias 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→ world ray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92608" y="2395728"/>
            <a:ext cx="1901952" cy="274320"/>
          </a:xfrm>
          <a:prstGeom prst="roundRect">
            <a:avLst>
              <a:gd name="adj" fmla="val 16667"/>
            </a:avLst>
          </a:prstGeom>
          <a:solidFill>
            <a:srgbClr val="F5E6C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92608" y="2395728"/>
            <a:ext cx="190195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→ fixations </a:t>
            </a:r>
            <a:pPr algn="ctr"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pPr algn="ctr" indent="0" marL="0">
              <a:buNone/>
            </a:pPr>
            <a:r>
              <a:rPr lang="en-US" sz="11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92608" y="277977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while walking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432304" y="850392"/>
            <a:ext cx="3127248" cy="2441448"/>
          </a:xfrm>
          <a:prstGeom prst="roundRect">
            <a:avLst>
              <a:gd name="adj" fmla="val 3371"/>
            </a:avLst>
          </a:prstGeom>
          <a:solidFill>
            <a:srgbClr val="FAF0DA"/>
          </a:solidFill>
          <a:ln w="22225">
            <a:solidFill>
              <a:srgbClr val="D9B97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432304" y="92354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A66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Conical posterior voting</a:t>
            </a:r>
            <a:endParaRPr lang="en-US" sz="1500" dirty="0"/>
          </a:p>
        </p:txBody>
      </p:sp>
      <p:pic>
        <p:nvPicPr>
          <p:cNvPr id="29" name="Image 0" descr="cone_schematic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1225296"/>
            <a:ext cx="2871216" cy="1243584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2560320" y="2542032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exp(−</a:t>
            </a:r>
            <a:pPr algn="ctr"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²/2</a:t>
            </a:r>
            <a:pPr algn="ctr"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</a:t>
            </a:r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²),   </a:t>
            </a:r>
            <a:pPr algn="ctr"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Σ </a:t>
            </a:r>
            <a:pPr algn="ctr"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pPr algn="ctr"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2560320" y="2761488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∝ </a:t>
            </a:r>
            <a:pPr algn="ctr"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ctr"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  </a:t>
            </a:r>
            <a:pPr algn="ctr"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</a:t>
            </a:r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1 − Σ</a:t>
            </a:r>
            <a:pPr algn="ctr"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pPr algn="ctr" indent="0" marL="0">
              <a:buNone/>
            </a:pPr>
            <a:r>
              <a:rPr lang="en-US" sz="120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algn="ctr"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2688336" y="2999232"/>
            <a:ext cx="2615184" cy="237744"/>
          </a:xfrm>
          <a:prstGeom prst="roundRect">
            <a:avLst>
              <a:gd name="adj" fmla="val 19231"/>
            </a:avLst>
          </a:prstGeom>
          <a:solidFill>
            <a:srgbClr val="F5E6C4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2688336" y="2999232"/>
            <a:ext cx="261518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pPr algn="ctr" indent="0" marL="0">
              <a:buNone/>
            </a:pPr>
            <a:r>
              <a:rPr lang="en-US" sz="1150" i="1" baseline="-400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≥ </a:t>
            </a:r>
            <a:pPr algn="ctr" indent="0" marL="0">
              <a:buNone/>
            </a:pPr>
            <a:r>
              <a:rPr lang="en-US" sz="11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</a:t>
            </a:r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ctr" indent="0" marL="0">
              <a:buNone/>
            </a:pPr>
            <a:r>
              <a:rPr lang="en-US" sz="11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ô</a:t>
            </a:r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else reject ∅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5669280" y="850392"/>
            <a:ext cx="2907792" cy="2441448"/>
          </a:xfrm>
          <a:prstGeom prst="roundRect">
            <a:avLst>
              <a:gd name="adj" fmla="val 3371"/>
            </a:avLst>
          </a:prstGeom>
          <a:solidFill>
            <a:srgbClr val="EBF4F2"/>
          </a:solidFill>
          <a:ln w="15875">
            <a:solidFill>
              <a:srgbClr val="AFD3C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669280" y="923544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7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3DGS instance map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5669280" y="1152144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7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metric frame for human &amp; robot</a:t>
            </a:r>
            <a:endParaRPr lang="en-US" sz="1150" dirty="0"/>
          </a:p>
        </p:txBody>
      </p:sp>
      <p:pic>
        <p:nvPicPr>
          <p:cNvPr id="37" name="Image 1" descr="hub_ma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296" y="1389888"/>
            <a:ext cx="2651760" cy="795528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5797296" y="2331720"/>
            <a:ext cx="2651760" cy="237744"/>
          </a:xfrm>
          <a:prstGeom prst="roundRect">
            <a:avLst>
              <a:gd name="adj" fmla="val 19231"/>
            </a:avLst>
          </a:prstGeom>
          <a:solidFill>
            <a:srgbClr val="CFE5DF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5797296" y="2331720"/>
            <a:ext cx="26517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depth + opacity inside the cone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5797296" y="2660904"/>
            <a:ext cx="2651760" cy="237744"/>
          </a:xfrm>
          <a:prstGeom prst="roundRect">
            <a:avLst>
              <a:gd name="adj" fmla="val 19231"/>
            </a:avLst>
          </a:prstGeom>
          <a:solidFill>
            <a:srgbClr val="CFE5DF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5797296" y="2660904"/>
            <a:ext cx="26517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instance IDs shared with robot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8686800" y="850392"/>
            <a:ext cx="2093976" cy="3300984"/>
          </a:xfrm>
          <a:prstGeom prst="roundRect">
            <a:avLst>
              <a:gd name="adj" fmla="val 3930"/>
            </a:avLst>
          </a:prstGeom>
          <a:solidFill>
            <a:srgbClr val="EBF1F9"/>
          </a:solidFill>
          <a:ln w="15875">
            <a:solidFill>
              <a:srgbClr val="B7CCE8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8814816" y="9235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45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execution</a:t>
            </a:r>
            <a:endParaRPr lang="en-US" sz="1300" dirty="0"/>
          </a:p>
        </p:txBody>
      </p:sp>
      <p:sp>
        <p:nvSpPr>
          <p:cNvPr id="44" name="Shape 40"/>
          <p:cNvSpPr/>
          <p:nvPr/>
        </p:nvSpPr>
        <p:spPr>
          <a:xfrm>
            <a:off x="8814816" y="1225296"/>
            <a:ext cx="1837944" cy="365760"/>
          </a:xfrm>
          <a:prstGeom prst="roundRect">
            <a:avLst>
              <a:gd name="adj" fmla="val 12500"/>
            </a:avLst>
          </a:prstGeom>
          <a:solidFill>
            <a:srgbClr val="D6E3F4"/>
          </a:solidFill>
          <a:ln/>
        </p:spPr>
      </p:sp>
      <p:sp>
        <p:nvSpPr>
          <p:cNvPr id="45" name="Text 41"/>
          <p:cNvSpPr txBox="1"/>
          <p:nvPr/>
        </p:nvSpPr>
        <p:spPr>
          <a:xfrm>
            <a:off x="8814816" y="1225296"/>
            <a:ext cx="18379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LIO-SAM + A* nav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→ world frame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8814816" y="1700784"/>
            <a:ext cx="1837944" cy="256032"/>
          </a:xfrm>
          <a:prstGeom prst="roundRect">
            <a:avLst>
              <a:gd name="adj" fmla="val 17857"/>
            </a:avLst>
          </a:prstGeom>
          <a:solidFill>
            <a:srgbClr val="D6E3F4"/>
          </a:solidFill>
          <a:ln/>
        </p:spPr>
      </p:sp>
      <p:sp>
        <p:nvSpPr>
          <p:cNvPr id="47" name="Text 43"/>
          <p:cNvSpPr txBox="1"/>
          <p:nvPr/>
        </p:nvSpPr>
        <p:spPr>
          <a:xfrm>
            <a:off x="8814816" y="1700784"/>
            <a:ext cx="18379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· pick · place</a:t>
            </a:r>
            <a:endParaRPr lang="en-US" sz="1100" dirty="0"/>
          </a:p>
        </p:txBody>
      </p:sp>
      <p:sp>
        <p:nvSpPr>
          <p:cNvPr id="48" name="Shape 44"/>
          <p:cNvSpPr/>
          <p:nvPr/>
        </p:nvSpPr>
        <p:spPr>
          <a:xfrm>
            <a:off x="8814816" y="2066544"/>
            <a:ext cx="1837944" cy="256032"/>
          </a:xfrm>
          <a:prstGeom prst="roundRect">
            <a:avLst>
              <a:gd name="adj" fmla="val 17857"/>
            </a:avLst>
          </a:prstGeom>
          <a:solidFill>
            <a:srgbClr val="D6E3F4"/>
          </a:solidFill>
          <a:ln/>
        </p:spPr>
      </p:sp>
      <p:sp>
        <p:nvSpPr>
          <p:cNvPr id="49" name="Text 45"/>
          <p:cNvSpPr txBox="1"/>
          <p:nvPr/>
        </p:nvSpPr>
        <p:spPr>
          <a:xfrm>
            <a:off x="8814816" y="2066544"/>
            <a:ext cx="18379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last-meter: hint → grasp cam</a:t>
            </a:r>
            <a:endParaRPr lang="en-US" sz="1050" dirty="0"/>
          </a:p>
        </p:txBody>
      </p:sp>
      <p:sp>
        <p:nvSpPr>
          <p:cNvPr id="50" name="Shape 46"/>
          <p:cNvSpPr/>
          <p:nvPr/>
        </p:nvSpPr>
        <p:spPr>
          <a:xfrm>
            <a:off x="8887968" y="2468880"/>
            <a:ext cx="1691640" cy="950976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9AA3AC"/>
            </a:solidFill>
            <a:prstDash val="dash"/>
          </a:ln>
        </p:spPr>
      </p:sp>
      <p:sp>
        <p:nvSpPr>
          <p:cNvPr id="51" name="Text 47"/>
          <p:cNvSpPr txBox="1"/>
          <p:nvPr/>
        </p:nvSpPr>
        <p:spPr>
          <a:xfrm>
            <a:off x="8887968" y="285292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A9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lastmeter.jpg</a:t>
            </a:r>
            <a:endParaRPr lang="en-US" sz="1150" dirty="0"/>
          </a:p>
        </p:txBody>
      </p:sp>
      <p:sp>
        <p:nvSpPr>
          <p:cNvPr id="52" name="Shape 48"/>
          <p:cNvSpPr/>
          <p:nvPr/>
        </p:nvSpPr>
        <p:spPr>
          <a:xfrm>
            <a:off x="164592" y="3438144"/>
            <a:ext cx="8375904" cy="713232"/>
          </a:xfrm>
          <a:prstGeom prst="roundRect">
            <a:avLst>
              <a:gd name="adj" fmla="val 11538"/>
            </a:avLst>
          </a:prstGeom>
          <a:solidFill>
            <a:srgbClr val="EEF5EA"/>
          </a:solidFill>
          <a:ln w="15875">
            <a:solidFill>
              <a:srgbClr val="BFD9B8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310896" y="34838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37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→ command</a:t>
            </a:r>
            <a:endParaRPr lang="en-US" sz="1300" dirty="0"/>
          </a:p>
        </p:txBody>
      </p:sp>
      <p:sp>
        <p:nvSpPr>
          <p:cNvPr id="54" name="Shape 50"/>
          <p:cNvSpPr/>
          <p:nvPr/>
        </p:nvSpPr>
        <p:spPr>
          <a:xfrm>
            <a:off x="329184" y="3721608"/>
            <a:ext cx="1188720" cy="237744"/>
          </a:xfrm>
          <a:prstGeom prst="roundRect">
            <a:avLst>
              <a:gd name="adj" fmla="val 19231"/>
            </a:avLst>
          </a:prstGeom>
          <a:solidFill>
            <a:srgbClr val="DCEBD5"/>
          </a:solidFill>
          <a:ln/>
        </p:spPr>
      </p:sp>
      <p:sp>
        <p:nvSpPr>
          <p:cNvPr id="55" name="Text 51"/>
          <p:cNvSpPr txBox="1"/>
          <p:nvPr/>
        </p:nvSpPr>
        <p:spPr>
          <a:xfrm>
            <a:off x="329184" y="3721608"/>
            <a:ext cx="11887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ASR</a:t>
            </a:r>
            <a:endParaRPr lang="en-US" sz="1150" dirty="0"/>
          </a:p>
        </p:txBody>
      </p:sp>
      <p:sp>
        <p:nvSpPr>
          <p:cNvPr id="56" name="Shape 52"/>
          <p:cNvSpPr/>
          <p:nvPr/>
        </p:nvSpPr>
        <p:spPr>
          <a:xfrm>
            <a:off x="1737360" y="3721608"/>
            <a:ext cx="1874520" cy="237744"/>
          </a:xfrm>
          <a:prstGeom prst="roundRect">
            <a:avLst>
              <a:gd name="adj" fmla="val 19231"/>
            </a:avLst>
          </a:prstGeom>
          <a:solidFill>
            <a:srgbClr val="DCEBD5"/>
          </a:solidFill>
          <a:ln/>
        </p:spPr>
      </p:sp>
      <p:sp>
        <p:nvSpPr>
          <p:cNvPr id="57" name="Text 53"/>
          <p:cNvSpPr txBox="1"/>
          <p:nvPr/>
        </p:nvSpPr>
        <p:spPr>
          <a:xfrm>
            <a:off x="1737360" y="3721608"/>
            <a:ext cx="18745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parse: action + slots</a:t>
            </a:r>
            <a:endParaRPr lang="en-US" sz="1150" dirty="0"/>
          </a:p>
        </p:txBody>
      </p:sp>
      <p:sp>
        <p:nvSpPr>
          <p:cNvPr id="58" name="Shape 54"/>
          <p:cNvSpPr/>
          <p:nvPr/>
        </p:nvSpPr>
        <p:spPr>
          <a:xfrm>
            <a:off x="3831336" y="3721608"/>
            <a:ext cx="2148840" cy="237744"/>
          </a:xfrm>
          <a:prstGeom prst="roundRect">
            <a:avLst>
              <a:gd name="adj" fmla="val 19231"/>
            </a:avLst>
          </a:prstGeom>
          <a:solidFill>
            <a:srgbClr val="DCEBD5"/>
          </a:solidFill>
          <a:ln/>
        </p:spPr>
      </p:sp>
      <p:sp>
        <p:nvSpPr>
          <p:cNvPr id="59" name="Text 55"/>
          <p:cNvSpPr txBox="1"/>
          <p:nvPr/>
        </p:nvSpPr>
        <p:spPr>
          <a:xfrm>
            <a:off x="3831336" y="3721608"/>
            <a:ext cx="21488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deictic word ↔ fixation window</a:t>
            </a:r>
            <a:endParaRPr lang="en-US" sz="1100" dirty="0"/>
          </a:p>
        </p:txBody>
      </p:sp>
      <p:sp>
        <p:nvSpPr>
          <p:cNvPr id="60" name="Shape 56"/>
          <p:cNvSpPr/>
          <p:nvPr/>
        </p:nvSpPr>
        <p:spPr>
          <a:xfrm>
            <a:off x="6254496" y="3721608"/>
            <a:ext cx="1874520" cy="237744"/>
          </a:xfrm>
          <a:prstGeom prst="roundRect">
            <a:avLst>
              <a:gd name="adj" fmla="val 19231"/>
            </a:avLst>
          </a:prstGeom>
          <a:solidFill>
            <a:srgbClr val="DCEBD5"/>
          </a:solidFill>
          <a:ln/>
        </p:spPr>
      </p:sp>
      <p:sp>
        <p:nvSpPr>
          <p:cNvPr id="61" name="Text 57"/>
          <p:cNvSpPr txBox="1"/>
          <p:nvPr/>
        </p:nvSpPr>
        <p:spPr>
          <a:xfrm>
            <a:off x="6254496" y="3721608"/>
            <a:ext cx="18745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→ </a:t>
            </a:r>
            <a:pPr algn="ctr" indent="0" marL="0">
              <a:buNone/>
            </a:pPr>
            <a:r>
              <a:rPr lang="en-US" sz="11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(</a:t>
            </a:r>
            <a:pPr algn="ctr" indent="0" marL="0">
              <a:buNone/>
            </a:pPr>
            <a:r>
              <a:rPr lang="en-US" sz="11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1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ô</a:t>
            </a:r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1150" i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150" dirty="0"/>
          </a:p>
        </p:txBody>
      </p:sp>
      <p:sp>
        <p:nvSpPr>
          <p:cNvPr id="62" name="Shape 58"/>
          <p:cNvSpPr/>
          <p:nvPr/>
        </p:nvSpPr>
        <p:spPr>
          <a:xfrm>
            <a:off x="1554480" y="3840480"/>
            <a:ext cx="146304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stealth"/>
          </a:ln>
        </p:spPr>
      </p:sp>
      <p:sp>
        <p:nvSpPr>
          <p:cNvPr id="63" name="Shape 59"/>
          <p:cNvSpPr/>
          <p:nvPr/>
        </p:nvSpPr>
        <p:spPr>
          <a:xfrm>
            <a:off x="3648456" y="3840480"/>
            <a:ext cx="146304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stealth"/>
          </a:ln>
        </p:spPr>
      </p:sp>
      <p:sp>
        <p:nvSpPr>
          <p:cNvPr id="64" name="Shape 60"/>
          <p:cNvSpPr/>
          <p:nvPr/>
        </p:nvSpPr>
        <p:spPr>
          <a:xfrm>
            <a:off x="6016752" y="3840480"/>
            <a:ext cx="20116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stealth"/>
          </a:ln>
        </p:spPr>
      </p:sp>
      <p:sp>
        <p:nvSpPr>
          <p:cNvPr id="65" name="Shape 61"/>
          <p:cNvSpPr/>
          <p:nvPr/>
        </p:nvSpPr>
        <p:spPr>
          <a:xfrm>
            <a:off x="7132320" y="722376"/>
            <a:ext cx="0" cy="109728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stealth"/>
          </a:ln>
        </p:spPr>
      </p:sp>
      <p:sp>
        <p:nvSpPr>
          <p:cNvPr id="66" name="Shape 62"/>
          <p:cNvSpPr/>
          <p:nvPr/>
        </p:nvSpPr>
        <p:spPr>
          <a:xfrm>
            <a:off x="2340864" y="2103120"/>
            <a:ext cx="73152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stealth"/>
          </a:ln>
        </p:spPr>
      </p:sp>
      <p:sp>
        <p:nvSpPr>
          <p:cNvPr id="67" name="Shape 63"/>
          <p:cNvSpPr/>
          <p:nvPr/>
        </p:nvSpPr>
        <p:spPr>
          <a:xfrm flipH="1">
            <a:off x="5577840" y="2103120"/>
            <a:ext cx="73152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stealth"/>
          </a:ln>
        </p:spPr>
      </p:sp>
      <p:sp>
        <p:nvSpPr>
          <p:cNvPr id="68" name="Shape 64"/>
          <p:cNvSpPr/>
          <p:nvPr/>
        </p:nvSpPr>
        <p:spPr>
          <a:xfrm>
            <a:off x="8595360" y="1645920"/>
            <a:ext cx="73152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stealth"/>
          </a:ln>
        </p:spPr>
      </p:sp>
      <p:sp>
        <p:nvSpPr>
          <p:cNvPr id="69" name="Shape 65"/>
          <p:cNvSpPr/>
          <p:nvPr/>
        </p:nvSpPr>
        <p:spPr>
          <a:xfrm>
            <a:off x="3995928" y="3310128"/>
            <a:ext cx="0" cy="109728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stealth"/>
          </a:ln>
        </p:spPr>
      </p:sp>
      <p:sp>
        <p:nvSpPr>
          <p:cNvPr id="70" name="Shape 66"/>
          <p:cNvSpPr/>
          <p:nvPr/>
        </p:nvSpPr>
        <p:spPr>
          <a:xfrm>
            <a:off x="8558784" y="3840480"/>
            <a:ext cx="109728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stealth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2026-09-01T04:18:11Z</dcterms:created>
  <dcterms:modified xsi:type="dcterms:W3CDTF">2026-09-01T04:18:11Z</dcterms:modified>
</cp:coreProperties>
</file>