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960000" cy="5400000"/>
  <p:notesSz cx="5400000" cy="1296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pn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image" Target="../media/image-1-9.png"/><Relationship Id="rId10" Type="http://schemas.openxmlformats.org/officeDocument/2006/relationships/image" Target="../media/image-1-10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0000" y="108000"/>
            <a:ext cx="12600000" cy="1188000"/>
          </a:xfrm>
          <a:prstGeom prst="roundRect">
            <a:avLst>
              <a:gd name="adj" fmla="val 4618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324000" y="151200"/>
            <a:ext cx="5040000" cy="19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Offline, once: mapping &amp; naming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78000" y="403200"/>
            <a:ext cx="2232000" cy="19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capture</a:t>
            </a:r>
            <a:endParaRPr lang="en-US" sz="1250" dirty="0"/>
          </a:p>
        </p:txBody>
      </p:sp>
      <p:pic>
        <p:nvPicPr>
          <p:cNvPr id="5" name="Image 0" descr="E:/3dgs_gaze/paper/fig2_assets/offline_capt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4000" y="630000"/>
            <a:ext cx="1440000" cy="58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4000" y="630000"/>
            <a:ext cx="1440000" cy="583200"/>
          </a:xfrm>
          <a:prstGeom prst="roundRect">
            <a:avLst>
              <a:gd name="adj" fmla="val 3136"/>
            </a:avLst>
          </a:prstGeom>
          <a:solidFill>
            <a:srgbClr val="FFFFFF">
              <a:alpha val="0"/>
            </a:srgbClr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871000" y="403200"/>
            <a:ext cx="2232000" cy="19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COLMAP + board alignment</a:t>
            </a:r>
            <a:endParaRPr lang="en-US" sz="1250" dirty="0"/>
          </a:p>
        </p:txBody>
      </p:sp>
      <p:pic>
        <p:nvPicPr>
          <p:cNvPr id="8" name="Image 1" descr="E:/3dgs_gaze/paper/fig2_assets/offline_colmap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67000" y="630000"/>
            <a:ext cx="1440000" cy="583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67000" y="630000"/>
            <a:ext cx="1440000" cy="583200"/>
          </a:xfrm>
          <a:prstGeom prst="roundRect">
            <a:avLst>
              <a:gd name="adj" fmla="val 3136"/>
            </a:avLst>
          </a:prstGeom>
          <a:solidFill>
            <a:srgbClr val="FFFFFF">
              <a:alpha val="0"/>
            </a:srgbClr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64000" y="403200"/>
            <a:ext cx="2232000" cy="19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3DGS training (board frame)</a:t>
            </a:r>
            <a:endParaRPr lang="en-US" sz="1250" dirty="0"/>
          </a:p>
        </p:txBody>
      </p:sp>
      <p:pic>
        <p:nvPicPr>
          <p:cNvPr id="11" name="Image 2" descr="E:/3dgs_gaze/paper/fig2_assets/offline_3dg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60000" y="630000"/>
            <a:ext cx="1440000" cy="583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760000" y="630000"/>
            <a:ext cx="1440000" cy="583200"/>
          </a:xfrm>
          <a:prstGeom prst="roundRect">
            <a:avLst>
              <a:gd name="adj" fmla="val 3136"/>
            </a:avLst>
          </a:prstGeom>
          <a:solidFill>
            <a:srgbClr val="FFFFFF">
              <a:alpha val="0"/>
            </a:srgbClr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857000" y="403200"/>
            <a:ext cx="2232000" cy="19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→ instances</a:t>
            </a:r>
            <a:endParaRPr lang="en-US" sz="1250" dirty="0"/>
          </a:p>
        </p:txBody>
      </p:sp>
      <p:pic>
        <p:nvPicPr>
          <p:cNvPr id="14" name="Image 3" descr="E:/3dgs_gaze/paper/fig2_assets/offline_sam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53000" y="630000"/>
            <a:ext cx="1440000" cy="5832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253000" y="630000"/>
            <a:ext cx="1440000" cy="583200"/>
          </a:xfrm>
          <a:prstGeom prst="roundRect">
            <a:avLst>
              <a:gd name="adj" fmla="val 3136"/>
            </a:avLst>
          </a:prstGeom>
          <a:solidFill>
            <a:srgbClr val="FFFFFF">
              <a:alpha val="0"/>
            </a:srgbClr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10350000" y="403200"/>
            <a:ext cx="2232000" cy="19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registry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0476000" y="619200"/>
            <a:ext cx="1980000" cy="612000"/>
          </a:xfrm>
          <a:prstGeom prst="roundRect">
            <a:avLst>
              <a:gd name="adj" fmla="val 5976"/>
            </a:avLst>
          </a:prstGeom>
          <a:solidFill>
            <a:srgbClr val="F9FAFB"/>
          </a:solidFill>
          <a:ln w="9525">
            <a:solidFill>
              <a:srgbClr val="9CA3A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 instances · 15 named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ball_L · ball_M · ball_R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×2 · cup ×3 · banana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· bottle · box ×2 · cart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2610000" y="882000"/>
            <a:ext cx="2610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5103000" y="882000"/>
            <a:ext cx="2610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7596000" y="882000"/>
            <a:ext cx="2610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10089000" y="882000"/>
            <a:ext cx="2610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180000" y="1422000"/>
            <a:ext cx="3096000" cy="1044000"/>
          </a:xfrm>
          <a:prstGeom prst="roundRect">
            <a:avLst>
              <a:gd name="adj" fmla="val 5255"/>
            </a:avLst>
          </a:prstGeom>
          <a:solidFill>
            <a:srgbClr val="FDF0DD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70000" y="1476000"/>
            <a:ext cx="1332000" cy="93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Wearer localization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fisheye ArUco PnP vs. wall tags</a:t>
            </a:r>
            <a:endParaRPr lang="en-US" sz="1400" dirty="0"/>
          </a:p>
        </p:txBody>
      </p:sp>
      <p:pic>
        <p:nvPicPr>
          <p:cNvPr id="24" name="Image 4" descr="E:/3dgs_gaze/paper/fig2_assets/wearer_pnp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38000" y="1494000"/>
            <a:ext cx="1404000" cy="9000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1638000" y="1494000"/>
            <a:ext cx="1404000" cy="900000"/>
          </a:xfrm>
          <a:prstGeom prst="roundRect">
            <a:avLst>
              <a:gd name="adj" fmla="val 2032"/>
            </a:avLst>
          </a:prstGeom>
          <a:solidFill>
            <a:srgbClr val="FFFFFF">
              <a:alpha val="0"/>
            </a:srgbClr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80000" y="2628000"/>
            <a:ext cx="3096000" cy="1044000"/>
          </a:xfrm>
          <a:prstGeom prst="roundRect">
            <a:avLst>
              <a:gd name="adj" fmla="val 5255"/>
            </a:avLst>
          </a:prstGeom>
          <a:solidFill>
            <a:srgbClr val="FDF0DD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270000" y="2682000"/>
            <a:ext cx="1332000" cy="93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World-frame fixation clustering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while walking</a:t>
            </a:r>
            <a:endParaRPr lang="en-US" sz="1400" dirty="0"/>
          </a:p>
        </p:txBody>
      </p:sp>
      <p:pic>
        <p:nvPicPr>
          <p:cNvPr id="28" name="Image 5" descr="E:/3dgs_gaze/paper/fig2_assets/wearer_cluster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638000" y="2700000"/>
            <a:ext cx="1404000" cy="9000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564000" y="1422000"/>
            <a:ext cx="5544000" cy="2250000"/>
          </a:xfrm>
          <a:prstGeom prst="roundRect">
            <a:avLst>
              <a:gd name="adj" fmla="val 2438"/>
            </a:avLst>
          </a:prstGeom>
          <a:solidFill>
            <a:srgbClr val="E0F0EE"/>
          </a:solidFill>
          <a:ln w="19050">
            <a:solidFill>
              <a:srgbClr val="0F766E"/>
            </a:solidFill>
          </a:ln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3DGS instance map</a:t>
            </a:r>
            <a:endParaRPr lang="en-US" sz="17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metric frame for human &amp; robot</a:t>
            </a:r>
            <a:endParaRPr lang="en-US" sz="1700" dirty="0"/>
          </a:p>
        </p:txBody>
      </p:sp>
      <p:pic>
        <p:nvPicPr>
          <p:cNvPr id="30" name="Image 6" descr="E:/3dgs_gaze/paper/fig2_assets/hub_map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780000" y="2034000"/>
            <a:ext cx="5112000" cy="153000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3780000" y="2034000"/>
            <a:ext cx="5112000" cy="1530000"/>
          </a:xfrm>
          <a:prstGeom prst="roundRect">
            <a:avLst>
              <a:gd name="adj" fmla="val 1195"/>
            </a:avLst>
          </a:prstGeom>
          <a:solidFill>
            <a:srgbClr val="FFFFFF">
              <a:alpha val="0"/>
            </a:srgbClr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9396000" y="1422000"/>
            <a:ext cx="3384000" cy="1044000"/>
          </a:xfrm>
          <a:prstGeom prst="roundRect">
            <a:avLst>
              <a:gd name="adj" fmla="val 5255"/>
            </a:avLst>
          </a:prstGeom>
          <a:solidFill>
            <a:srgbClr val="E7EEF9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9486000" y="1476000"/>
            <a:ext cx="1440000" cy="93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localization &amp; navigation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surveyed tags</a:t>
            </a:r>
            <a:endParaRPr lang="en-US" sz="1400" dirty="0"/>
          </a:p>
        </p:txBody>
      </p:sp>
      <p:pic>
        <p:nvPicPr>
          <p:cNvPr id="34" name="Image 7" descr="E:/3dgs_gaze/paper/fig2_assets/robot_nav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1016000" y="1494000"/>
            <a:ext cx="1656000" cy="90000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11016000" y="1494000"/>
            <a:ext cx="1656000" cy="900000"/>
          </a:xfrm>
          <a:prstGeom prst="roundRect">
            <a:avLst>
              <a:gd name="adj" fmla="val 2032"/>
            </a:avLst>
          </a:prstGeom>
          <a:solidFill>
            <a:srgbClr val="FFFFFF">
              <a:alpha val="0"/>
            </a:srgbClr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9396000" y="2628000"/>
            <a:ext cx="3384000" cy="1044000"/>
          </a:xfrm>
          <a:prstGeom prst="roundRect">
            <a:avLst>
              <a:gd name="adj" fmla="val 5255"/>
            </a:avLst>
          </a:prstGeom>
          <a:solidFill>
            <a:srgbClr val="E7EEF9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9486000" y="2682000"/>
            <a:ext cx="1440000" cy="93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Last-meter disambiguation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 projected into grasp camera</a:t>
            </a:r>
            <a:endParaRPr lang="en-US" sz="1400" dirty="0"/>
          </a:p>
        </p:txBody>
      </p:sp>
      <p:sp>
        <p:nvSpPr>
          <p:cNvPr id="38" name="Text 28"/>
          <p:cNvSpPr/>
          <p:nvPr/>
        </p:nvSpPr>
        <p:spPr>
          <a:xfrm>
            <a:off x="11016000" y="2700000"/>
            <a:ext cx="1656000" cy="900000"/>
          </a:xfrm>
          <a:prstGeom prst="roundRect">
            <a:avLst>
              <a:gd name="adj" fmla="val 4064"/>
            </a:avLst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lastmeter.jpg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6336000" y="1296000"/>
            <a:ext cx="0" cy="1260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0" name="Shape 30"/>
          <p:cNvSpPr/>
          <p:nvPr/>
        </p:nvSpPr>
        <p:spPr>
          <a:xfrm>
            <a:off x="1728000" y="2466000"/>
            <a:ext cx="0" cy="16200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1" name="Shape 31"/>
          <p:cNvSpPr/>
          <p:nvPr/>
        </p:nvSpPr>
        <p:spPr>
          <a:xfrm>
            <a:off x="3276000" y="3150000"/>
            <a:ext cx="2880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2" name="Shape 32"/>
          <p:cNvSpPr/>
          <p:nvPr/>
        </p:nvSpPr>
        <p:spPr>
          <a:xfrm>
            <a:off x="9108000" y="1944000"/>
            <a:ext cx="2880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3" name="Shape 33"/>
          <p:cNvSpPr/>
          <p:nvPr/>
        </p:nvSpPr>
        <p:spPr>
          <a:xfrm>
            <a:off x="11088000" y="2466000"/>
            <a:ext cx="0" cy="1620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4" name="Text 34"/>
          <p:cNvSpPr/>
          <p:nvPr/>
        </p:nvSpPr>
        <p:spPr>
          <a:xfrm>
            <a:off x="180000" y="3870000"/>
            <a:ext cx="2340000" cy="936000"/>
          </a:xfrm>
          <a:prstGeom prst="roundRect">
            <a:avLst>
              <a:gd name="adj" fmla="val 5862"/>
            </a:avLst>
          </a:prstGeom>
          <a:solidFill>
            <a:srgbClr val="E9F4EC"/>
          </a:solidFill>
          <a:ln w="19050">
            <a:solidFill>
              <a:srgbClr val="15803D"/>
            </a:solidFill>
          </a:ln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ASR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mic + energy gate</a:t>
            </a:r>
            <a:endParaRPr lang="en-US" sz="1400" dirty="0"/>
          </a:p>
        </p:txBody>
      </p:sp>
      <p:pic>
        <p:nvPicPr>
          <p:cNvPr id="45" name="Image 8" descr="E:/3dgs_gaze/paper/fig2_assets/speech_wave_bare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06000" y="4356000"/>
            <a:ext cx="2088000" cy="25200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306000" y="4626000"/>
            <a:ext cx="2088000" cy="1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“bring me that one”</a:t>
            </a:r>
            <a:endParaRPr lang="en-US" sz="1150" dirty="0"/>
          </a:p>
        </p:txBody>
      </p:sp>
      <p:sp>
        <p:nvSpPr>
          <p:cNvPr id="47" name="Text 36"/>
          <p:cNvSpPr/>
          <p:nvPr/>
        </p:nvSpPr>
        <p:spPr>
          <a:xfrm>
            <a:off x="2745000" y="3870000"/>
            <a:ext cx="2340000" cy="936000"/>
          </a:xfrm>
          <a:prstGeom prst="roundRect">
            <a:avLst>
              <a:gd name="adj" fmla="val 5862"/>
            </a:avLst>
          </a:prstGeom>
          <a:solidFill>
            <a:srgbClr val="E9F4EC"/>
          </a:solidFill>
          <a:ln w="19050">
            <a:solidFill>
              <a:srgbClr val="15803D"/>
            </a:solidFill>
          </a:ln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slot parsing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+ 3 reference slots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2853000" y="4320000"/>
            <a:ext cx="2124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“Bring me that ball.”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fetch(object = &lt;that&gt;)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5310000" y="3870000"/>
            <a:ext cx="2340000" cy="936000"/>
          </a:xfrm>
          <a:prstGeom prst="roundRect">
            <a:avLst>
              <a:gd name="adj" fmla="val 5862"/>
            </a:avLst>
          </a:prstGeom>
          <a:solidFill>
            <a:srgbClr val="E9F4EC"/>
          </a:solidFill>
          <a:ln w="19050">
            <a:solidFill>
              <a:srgbClr val="15803D"/>
            </a:solidFill>
          </a:ln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Eye–voice binding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 s … +0.5 s window</a:t>
            </a:r>
            <a:endParaRPr lang="en-US" sz="1400" dirty="0"/>
          </a:p>
        </p:txBody>
      </p:sp>
      <p:sp>
        <p:nvSpPr>
          <p:cNvPr id="50" name="Text 39"/>
          <p:cNvSpPr/>
          <p:nvPr/>
        </p:nvSpPr>
        <p:spPr>
          <a:xfrm>
            <a:off x="5418000" y="4320000"/>
            <a:ext cx="2124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&lt;that&gt; -&gt; ball_2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(draw fixation timeline here)</a:t>
            </a:r>
            <a:endParaRPr lang="en-US" sz="1200" dirty="0"/>
          </a:p>
        </p:txBody>
      </p:sp>
      <p:sp>
        <p:nvSpPr>
          <p:cNvPr id="51" name="Text 40"/>
          <p:cNvSpPr/>
          <p:nvPr/>
        </p:nvSpPr>
        <p:spPr>
          <a:xfrm>
            <a:off x="7875000" y="3870000"/>
            <a:ext cx="2340000" cy="936000"/>
          </a:xfrm>
          <a:prstGeom prst="roundRect">
            <a:avLst>
              <a:gd name="adj" fmla="val 5862"/>
            </a:avLst>
          </a:prstGeom>
          <a:solidFill>
            <a:srgbClr val="E9F4EC"/>
          </a:solidFill>
          <a:ln w="19050">
            <a:solidFill>
              <a:srgbClr val="15803D"/>
            </a:solidFill>
          </a:ln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Confirm, then dispatch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rather than guess</a:t>
            </a:r>
            <a:endParaRPr lang="en-US" sz="1400" dirty="0"/>
          </a:p>
        </p:txBody>
      </p:sp>
      <p:sp>
        <p:nvSpPr>
          <p:cNvPr id="52" name="Text 41"/>
          <p:cNvSpPr/>
          <p:nvPr/>
        </p:nvSpPr>
        <p:spPr>
          <a:xfrm>
            <a:off x="7983000" y="4320000"/>
            <a:ext cx="2124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p_obj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approach: d_app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object_hint: c(ball_2)</a:t>
            </a:r>
            <a:endParaRPr lang="en-US" sz="1000" dirty="0"/>
          </a:p>
        </p:txBody>
      </p:sp>
      <p:sp>
        <p:nvSpPr>
          <p:cNvPr id="53" name="Shape 42"/>
          <p:cNvSpPr/>
          <p:nvPr/>
        </p:nvSpPr>
        <p:spPr>
          <a:xfrm>
            <a:off x="10440000" y="3870000"/>
            <a:ext cx="2340000" cy="936000"/>
          </a:xfrm>
          <a:prstGeom prst="roundRect">
            <a:avLst>
              <a:gd name="adj" fmla="val 5862"/>
            </a:avLst>
          </a:prstGeom>
          <a:solidFill>
            <a:srgbClr val="E7EEF9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10530000" y="3924000"/>
            <a:ext cx="9360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&amp; delivery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grasp + hand-over</a:t>
            </a:r>
            <a:endParaRPr lang="en-US" sz="1300" dirty="0"/>
          </a:p>
        </p:txBody>
      </p:sp>
      <p:pic>
        <p:nvPicPr>
          <p:cNvPr id="55" name="Image 9" descr="E:/3dgs_gaze/paper/fig2_assets/delivery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1520000" y="3942000"/>
            <a:ext cx="1170000" cy="792000"/>
          </a:xfrm>
          <a:prstGeom prst="rect">
            <a:avLst/>
          </a:prstGeom>
        </p:spPr>
      </p:pic>
      <p:sp>
        <p:nvSpPr>
          <p:cNvPr id="56" name="Shape 44"/>
          <p:cNvSpPr/>
          <p:nvPr/>
        </p:nvSpPr>
        <p:spPr>
          <a:xfrm>
            <a:off x="11520000" y="3942000"/>
            <a:ext cx="1170000" cy="792000"/>
          </a:xfrm>
          <a:prstGeom prst="roundRect">
            <a:avLst>
              <a:gd name="adj" fmla="val 2309"/>
            </a:avLst>
          </a:prstGeom>
          <a:solidFill>
            <a:srgbClr val="FFFFFF">
              <a:alpha val="0"/>
            </a:srgbClr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57" name="Shape 45"/>
          <p:cNvSpPr/>
          <p:nvPr/>
        </p:nvSpPr>
        <p:spPr>
          <a:xfrm>
            <a:off x="2520000" y="4338000"/>
            <a:ext cx="225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8" name="Shape 46"/>
          <p:cNvSpPr/>
          <p:nvPr/>
        </p:nvSpPr>
        <p:spPr>
          <a:xfrm>
            <a:off x="5085000" y="4338000"/>
            <a:ext cx="225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9" name="Shape 47"/>
          <p:cNvSpPr/>
          <p:nvPr/>
        </p:nvSpPr>
        <p:spPr>
          <a:xfrm>
            <a:off x="7650000" y="4338000"/>
            <a:ext cx="225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60" name="Shape 48"/>
          <p:cNvSpPr/>
          <p:nvPr/>
        </p:nvSpPr>
        <p:spPr>
          <a:xfrm>
            <a:off x="10215000" y="4338000"/>
            <a:ext cx="2250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61" name="Shape 49"/>
          <p:cNvSpPr/>
          <p:nvPr/>
        </p:nvSpPr>
        <p:spPr>
          <a:xfrm>
            <a:off x="6336000" y="3672000"/>
            <a:ext cx="0" cy="19800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62" name="Shape 50"/>
          <p:cNvSpPr/>
          <p:nvPr/>
        </p:nvSpPr>
        <p:spPr>
          <a:xfrm>
            <a:off x="180000" y="4986000"/>
            <a:ext cx="144000" cy="144000"/>
          </a:xfrm>
          <a:prstGeom prst="roundRect">
            <a:avLst>
              <a:gd name="adj" fmla="val 12700"/>
            </a:avLst>
          </a:prstGeom>
          <a:solidFill>
            <a:srgbClr val="D9770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63" name="Text 51"/>
          <p:cNvSpPr/>
          <p:nvPr/>
        </p:nvSpPr>
        <p:spPr>
          <a:xfrm>
            <a:off x="378000" y="4950000"/>
            <a:ext cx="1584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gaze channel</a:t>
            </a:r>
            <a:endParaRPr lang="en-US" sz="1100" dirty="0"/>
          </a:p>
        </p:txBody>
      </p:sp>
      <p:sp>
        <p:nvSpPr>
          <p:cNvPr id="64" name="Shape 52"/>
          <p:cNvSpPr/>
          <p:nvPr/>
        </p:nvSpPr>
        <p:spPr>
          <a:xfrm>
            <a:off x="1980000" y="4986000"/>
            <a:ext cx="144000" cy="144000"/>
          </a:xfrm>
          <a:prstGeom prst="roundRect">
            <a:avLst>
              <a:gd name="adj" fmla="val 12700"/>
            </a:avLst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65" name="Text 53"/>
          <p:cNvSpPr/>
          <p:nvPr/>
        </p:nvSpPr>
        <p:spPr>
          <a:xfrm>
            <a:off x="2178000" y="4950000"/>
            <a:ext cx="1584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channel</a:t>
            </a:r>
            <a:endParaRPr lang="en-US" sz="1100" dirty="0"/>
          </a:p>
        </p:txBody>
      </p:sp>
      <p:sp>
        <p:nvSpPr>
          <p:cNvPr id="66" name="Shape 54"/>
          <p:cNvSpPr/>
          <p:nvPr/>
        </p:nvSpPr>
        <p:spPr>
          <a:xfrm>
            <a:off x="3960000" y="4986000"/>
            <a:ext cx="144000" cy="144000"/>
          </a:xfrm>
          <a:prstGeom prst="roundRect">
            <a:avLst>
              <a:gd name="adj" fmla="val 12700"/>
            </a:avLst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67" name="Text 55"/>
          <p:cNvSpPr/>
          <p:nvPr/>
        </p:nvSpPr>
        <p:spPr>
          <a:xfrm>
            <a:off x="4158000" y="4950000"/>
            <a:ext cx="1584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map</a:t>
            </a:r>
            <a:endParaRPr lang="en-US" sz="1100" dirty="0"/>
          </a:p>
        </p:txBody>
      </p:sp>
      <p:sp>
        <p:nvSpPr>
          <p:cNvPr id="68" name="Shape 56"/>
          <p:cNvSpPr/>
          <p:nvPr/>
        </p:nvSpPr>
        <p:spPr>
          <a:xfrm>
            <a:off x="5760000" y="4986000"/>
            <a:ext cx="144000" cy="144000"/>
          </a:xfrm>
          <a:prstGeom prst="roundRect">
            <a:avLst>
              <a:gd name="adj" fmla="val 12700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69" name="Text 57"/>
          <p:cNvSpPr/>
          <p:nvPr/>
        </p:nvSpPr>
        <p:spPr>
          <a:xfrm>
            <a:off x="5958000" y="4950000"/>
            <a:ext cx="1584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execution</a:t>
            </a:r>
            <a:endParaRPr lang="en-US" sz="1100" dirty="0"/>
          </a:p>
        </p:txBody>
      </p:sp>
      <p:sp>
        <p:nvSpPr>
          <p:cNvPr id="70" name="Shape 58"/>
          <p:cNvSpPr/>
          <p:nvPr/>
        </p:nvSpPr>
        <p:spPr>
          <a:xfrm>
            <a:off x="7740000" y="4986000"/>
            <a:ext cx="144000" cy="144000"/>
          </a:xfrm>
          <a:prstGeom prst="roundRect">
            <a:avLst>
              <a:gd name="adj" fmla="val 12700"/>
            </a:avLst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1" name="Text 59"/>
          <p:cNvSpPr/>
          <p:nvPr/>
        </p:nvSpPr>
        <p:spPr>
          <a:xfrm>
            <a:off x="7938000" y="4950000"/>
            <a:ext cx="1584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surveyed tag</a:t>
            </a:r>
            <a:endParaRPr lang="en-US" sz="1100" dirty="0"/>
          </a:p>
        </p:txBody>
      </p:sp>
      <p:sp>
        <p:nvSpPr>
          <p:cNvPr id="72" name="Shape 60"/>
          <p:cNvSpPr/>
          <p:nvPr/>
        </p:nvSpPr>
        <p:spPr>
          <a:xfrm>
            <a:off x="9540000" y="4986000"/>
            <a:ext cx="144000" cy="144000"/>
          </a:xfrm>
          <a:prstGeom prst="roundRect">
            <a:avLst>
              <a:gd name="adj" fmla="val 12700"/>
            </a:avLst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73" name="Text 61"/>
          <p:cNvSpPr/>
          <p:nvPr/>
        </p:nvSpPr>
        <p:spPr>
          <a:xfrm>
            <a:off x="9738000" y="4939200"/>
            <a:ext cx="3096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= image placeholder — replace with real asset, then delete this legend item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2026-08-24T08:52:29Z</dcterms:created>
  <dcterms:modified xsi:type="dcterms:W3CDTF">2026-08-24T08:52:29Z</dcterms:modified>
</cp:coreProperties>
</file>